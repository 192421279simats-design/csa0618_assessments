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2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3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5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42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2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2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6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46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5198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20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3496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68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754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52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4C1AA-E351-4A50-B965-F51F507B633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531813FF-1238-43F2-B264-7C55E5F16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17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757" y="235672"/>
            <a:ext cx="9822729" cy="2165474"/>
          </a:xfrm>
        </p:spPr>
        <p:txBody>
          <a:bodyPr/>
          <a:lstStyle/>
          <a:p>
            <a:pPr algn="ctr"/>
            <a:r>
              <a:rPr lang="en-US" sz="3600" dirty="0" smtClean="0"/>
              <a:t>CSA0618-DESIGN AND ANALYSIS OF ALGORITHMS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2400" dirty="0" smtClean="0"/>
              <a:t>CO1-AT3-TECHNICAL PRESENTATION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08190" y="4569307"/>
            <a:ext cx="3968684" cy="111505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/>
              <a:t>NAME:GAYATHRI DEVI.M.S</a:t>
            </a:r>
          </a:p>
          <a:p>
            <a:pPr algn="l"/>
            <a:r>
              <a:rPr lang="en-US" sz="1600" dirty="0" smtClean="0"/>
              <a:t>REG </a:t>
            </a:r>
            <a:r>
              <a:rPr lang="en-US" sz="1600" dirty="0" smtClean="0"/>
              <a:t>NO:192421279</a:t>
            </a:r>
          </a:p>
          <a:p>
            <a:pPr algn="l"/>
            <a:r>
              <a:rPr lang="en-US" sz="1600" dirty="0" smtClean="0"/>
              <a:t>B.Tech IT</a:t>
            </a: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229440" y="3069728"/>
            <a:ext cx="6457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accent1">
                    <a:lumMod val="50000"/>
                  </a:schemeClr>
                </a:solidFill>
              </a:rPr>
              <a:t>STRING MATCHING</a:t>
            </a:r>
            <a:endParaRPr lang="en-IN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16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315837" cy="644165"/>
          </a:xfrm>
        </p:spPr>
        <p:txBody>
          <a:bodyPr>
            <a:normAutofit/>
          </a:bodyPr>
          <a:lstStyle/>
          <a:p>
            <a:r>
              <a:rPr lang="en-US" b="1" dirty="0"/>
              <a:t>What is String Matching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90" y="1821224"/>
            <a:ext cx="8596668" cy="3880773"/>
          </a:xfrm>
        </p:spPr>
        <p:txBody>
          <a:bodyPr/>
          <a:lstStyle/>
          <a:p>
            <a:r>
              <a:rPr lang="en-US" dirty="0" smtClean="0"/>
              <a:t>String Matching is the process of searching a small word (Pattern) inside a larger sentence (Text).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Definitions</a:t>
            </a:r>
            <a:endParaRPr lang="en-US" b="1" dirty="0"/>
          </a:p>
          <a:p>
            <a:r>
              <a:rPr lang="en-US" b="1" dirty="0"/>
              <a:t>Text (T)</a:t>
            </a:r>
            <a:r>
              <a:rPr lang="en-US" dirty="0"/>
              <a:t> – The complete sentence in which we search. </a:t>
            </a:r>
          </a:p>
          <a:p>
            <a:r>
              <a:rPr lang="en-US" b="1" dirty="0"/>
              <a:t>Pattern (P)</a:t>
            </a:r>
            <a:r>
              <a:rPr lang="en-US" dirty="0"/>
              <a:t> – The word or group of characters we want to find. </a:t>
            </a:r>
          </a:p>
          <a:p>
            <a:r>
              <a:rPr lang="en-US" b="1" dirty="0"/>
              <a:t>n</a:t>
            </a:r>
            <a:r>
              <a:rPr lang="en-US" dirty="0"/>
              <a:t> – Length of the Text. </a:t>
            </a:r>
          </a:p>
          <a:p>
            <a:r>
              <a:rPr lang="en-US" b="1" dirty="0" smtClean="0"/>
              <a:t>m</a:t>
            </a:r>
            <a:r>
              <a:rPr lang="en-US" dirty="0" smtClean="0"/>
              <a:t> – Length of the Pattern.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6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PROBLEM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7270" y="2782702"/>
            <a:ext cx="93810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 smtClean="0"/>
              <a:t>Step1:</a:t>
            </a:r>
            <a:r>
              <a:rPr lang="en-IN" dirty="0" smtClean="0"/>
              <a:t> </a:t>
            </a:r>
            <a:r>
              <a:rPr lang="en-IN" dirty="0"/>
              <a:t>count the characters</a:t>
            </a:r>
            <a:r>
              <a:rPr lang="en-IN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BR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dirty="0" smtClean="0"/>
              <a:t>L </a:t>
            </a:r>
            <a:r>
              <a:rPr lang="pt-BR" dirty="0"/>
              <a:t>E A R N _ A L G O R I T H M </a:t>
            </a:r>
            <a:r>
              <a:rPr lang="pt-BR" dirty="0" smtClean="0"/>
              <a:t>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dirty="0" smtClean="0"/>
              <a:t>0 1 2 3 4 5 6 7 8 9 10 11 12 13 14</a:t>
            </a:r>
            <a:br>
              <a:rPr lang="pt-BR" dirty="0" smtClean="0"/>
            </a:br>
            <a:endParaRPr lang="pt-BR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There are </a:t>
            </a:r>
            <a:r>
              <a:rPr lang="en-US" b="1" dirty="0"/>
              <a:t>16 characters</a:t>
            </a:r>
            <a:r>
              <a:rPr lang="en-US" dirty="0"/>
              <a:t> (including the space</a:t>
            </a:r>
            <a:r>
              <a:rPr lang="en-US" dirty="0" smtClean="0"/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 smtClean="0"/>
              <a:t>So,</a:t>
            </a:r>
            <a:r>
              <a:rPr lang="en-IN" dirty="0"/>
              <a:t> n = </a:t>
            </a:r>
            <a:r>
              <a:rPr lang="en-IN" dirty="0" smtClean="0"/>
              <a:t>16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 smtClean="0"/>
              <a:t>A L G O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 smtClean="0"/>
              <a:t>1 2 3 4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 smtClean="0"/>
              <a:t>Pattern </a:t>
            </a:r>
            <a:r>
              <a:rPr lang="en-IN" dirty="0"/>
              <a:t>has </a:t>
            </a:r>
            <a:r>
              <a:rPr lang="en-IN" b="1" dirty="0"/>
              <a:t>4 </a:t>
            </a:r>
            <a:r>
              <a:rPr lang="en-IN" b="1" dirty="0" smtClean="0"/>
              <a:t>letters.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 smtClean="0"/>
              <a:t>So</a:t>
            </a:r>
            <a:r>
              <a:rPr lang="en-IN" dirty="0"/>
              <a:t>, m = </a:t>
            </a:r>
            <a:r>
              <a:rPr lang="en-IN" dirty="0" smtClean="0"/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0783" y="1730396"/>
            <a:ext cx="3799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 smtClean="0"/>
              <a:t>Text-</a:t>
            </a:r>
            <a:r>
              <a:rPr lang="en-IN" sz="2400" b="1" dirty="0" smtClean="0"/>
              <a:t>LEARN ALGORITHMS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 smtClean="0"/>
              <a:t>Pattern-</a:t>
            </a:r>
            <a:r>
              <a:rPr lang="en-IN" sz="2400" b="1" dirty="0" smtClean="0"/>
              <a:t>ALGO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9847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3788" y="157113"/>
            <a:ext cx="7655961" cy="597031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IN" dirty="0" smtClean="0"/>
              <a:t>WORKING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804" t="6765" r="1919"/>
          <a:stretch/>
        </p:blipFill>
        <p:spPr>
          <a:xfrm>
            <a:off x="1338607" y="1282045"/>
            <a:ext cx="7984503" cy="510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1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3702" y="1629909"/>
            <a:ext cx="3940404" cy="45814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353544" cy="710153"/>
          </a:xfrm>
        </p:spPr>
        <p:txBody>
          <a:bodyPr/>
          <a:lstStyle/>
          <a:p>
            <a:r>
              <a:rPr lang="en-IN" dirty="0" smtClean="0"/>
              <a:t>PSEUDOCODE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672" y="1725102"/>
            <a:ext cx="6138246" cy="43910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&lt;= n-m;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j = 0</a:t>
            </a:r>
            <a:r>
              <a:rPr lang="en-IN" dirty="0" smtClean="0"/>
              <a:t>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while(j &lt; m &amp;&amp; P[j] == T[</a:t>
            </a:r>
            <a:r>
              <a:rPr lang="en-IN" dirty="0" err="1"/>
              <a:t>i</a:t>
            </a:r>
            <a:r>
              <a:rPr lang="en-IN" dirty="0"/>
              <a:t> + j])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j++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smtClean="0"/>
              <a:t>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if(j == m)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return -1;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10226" y="3225528"/>
            <a:ext cx="2620652" cy="18570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532073" y="3619893"/>
            <a:ext cx="2719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Time </a:t>
            </a:r>
            <a:r>
              <a:rPr lang="en-US" b="1" dirty="0"/>
              <a:t>Complexity</a:t>
            </a:r>
          </a:p>
          <a:p>
            <a:r>
              <a:rPr lang="en-US" b="1" dirty="0"/>
              <a:t>Best Case:</a:t>
            </a:r>
            <a:r>
              <a:rPr lang="en-US" dirty="0"/>
              <a:t> O(m) </a:t>
            </a:r>
          </a:p>
          <a:p>
            <a:r>
              <a:rPr lang="en-US" b="1" dirty="0"/>
              <a:t>Worst Case:</a:t>
            </a:r>
            <a:r>
              <a:rPr lang="en-US" dirty="0"/>
              <a:t> O(n × m)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916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Easy to understand. </a:t>
            </a:r>
          </a:p>
          <a:p>
            <a:r>
              <a:rPr lang="en-US" dirty="0"/>
              <a:t>Easy to implement. </a:t>
            </a:r>
          </a:p>
          <a:p>
            <a:r>
              <a:rPr lang="en-US" dirty="0"/>
              <a:t>Suitable for small texts.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Disadvantages</a:t>
            </a:r>
            <a:endParaRPr lang="en-US" b="1" dirty="0"/>
          </a:p>
          <a:p>
            <a:r>
              <a:rPr lang="en-US" dirty="0"/>
              <a:t>Slow for large texts. </a:t>
            </a:r>
          </a:p>
          <a:p>
            <a:r>
              <a:rPr lang="en-US" dirty="0"/>
              <a:t>Performs many repeated comparisons.</a:t>
            </a:r>
          </a:p>
        </p:txBody>
      </p:sp>
    </p:spTree>
    <p:extLst>
      <p:ext uri="{BB962C8B-B14F-4D97-AF65-F5344CB8AC3E}">
        <p14:creationId xmlns:p14="http://schemas.microsoft.com/office/powerpoint/2010/main" val="76436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682" y="2683497"/>
            <a:ext cx="8596668" cy="1320800"/>
          </a:xfrm>
        </p:spPr>
        <p:txBody>
          <a:bodyPr>
            <a:noAutofit/>
          </a:bodyPr>
          <a:lstStyle/>
          <a:p>
            <a:r>
              <a:rPr lang="en-IN" sz="8800" dirty="0" smtClean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7062262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217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CSA0618-DESIGN AND ANALYSIS OF ALGORITHMS  CO1-AT3-TECHNICAL PRESENTATION</vt:lpstr>
      <vt:lpstr>What is String Matching?</vt:lpstr>
      <vt:lpstr>EXAMPLE PROBLEM</vt:lpstr>
      <vt:lpstr>WORKING</vt:lpstr>
      <vt:lpstr>PSEUDOCODE</vt:lpstr>
      <vt:lpstr>Advantages</vt:lpstr>
      <vt:lpstr>THANK YOU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CSA0618-DESIGN AND ANALYSIS OF ALGORITHMS  CO1-AT3-TECHNICAL PRESENTATION</dc:title>
  <dc:creator>Admin</dc:creator>
  <cp:lastModifiedBy>Admin</cp:lastModifiedBy>
  <cp:revision>7</cp:revision>
  <dcterms:created xsi:type="dcterms:W3CDTF">2026-07-18T23:11:10Z</dcterms:created>
  <dcterms:modified xsi:type="dcterms:W3CDTF">2026-07-20T05:34:49Z</dcterms:modified>
</cp:coreProperties>
</file>